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4B40-157B-6271-F6E2-C2B09223E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6968E-339D-94AA-DDEF-BB37F505A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2DEFC-37D5-E33C-6BEB-1E5E8088F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3E61-657C-6027-CAFD-F1373A27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9F300-398B-C263-2C30-237CCBE0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81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A599-7F62-BAD4-21C9-44687C1A8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C9520-C257-A06E-D100-08F218C43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91C16-630E-FD22-C44E-4CBAC890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30694-9CF3-8512-B109-3A64FA5E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0193-9A43-047D-1072-6214BD0C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40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1072-44D8-DF36-3696-28578052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3F6A7-C53D-48EE-9C89-8ADD0F43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CA376-5C8B-9109-5F5A-DF8A8918A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439A8-6A13-11DF-7DA1-88D5C067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B91CF-7729-8FC2-A2DB-EB94D6FE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20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3C8B-E5D5-C6DF-FD7D-56D6741F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B150-9767-FC1C-D66B-2FC16502B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E5A56-D872-FDCE-615F-E3B195888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6E110-2EF2-7681-0FB4-E8D543B5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5D1E2-ED38-6B1D-A1F6-5AEFFFAC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CA0FE-7F53-509F-0FD5-B1A5791D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39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1E26-2BBF-C390-151C-13C8662C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D6278-9A8F-B53F-7DAE-2B6A3749B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44607-88A1-3603-9F41-6CDB7475D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D1B25-7940-228C-50D1-66398E00A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692ED-7F83-BFF8-EC5F-03666908B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7EA542-94B0-7C23-2ADA-51CCAC4A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164FF-5C07-75E8-C9F9-3A01AA1A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712B9-96D0-09C8-6716-7BD7D9D26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17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7A0B2-84D3-52E3-1322-5B9965906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F8C66-E8EA-AC68-7A76-A1A870E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2415E-6FBD-4D09-D0C4-9773ED799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9A965-7C45-1AA6-6698-08871EC5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99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ACDC1-36DA-AC18-FF8B-FFB663156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BF94DF-54A8-509B-98F3-C7B2E209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96F1E-3CA6-C74E-B65F-E00F62424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99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08CF1-07A5-6455-E5A9-E6B0F565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E0D5-654E-4BA0-A44F-58A7CE817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290C5-C645-EAA7-E4D8-833AE2EED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1674-8521-E1AA-BF48-CCC201B9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F2BAA-B09D-8298-4F76-57618B9A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16572-1C88-CE88-C55E-AD407A2E0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6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36D8-AA55-7234-369B-B20707266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FDDCD-1D2B-5C1C-74DA-F2A67A846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81E89-AD0E-4D1D-B713-4E0580013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554E1-DC17-536D-A837-AA1CEEA3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B9160-1626-49BB-1317-A36663D4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729DC-CD45-AA7D-50A3-0D83087D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811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0014-3DE3-C300-F56A-3E1907C3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7FBC3-B355-32D5-BD19-9BD0DFF1F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FE27D-6008-A71C-BFE7-8FCCCFD8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35D6D-B749-6BA8-3AA0-89BA9C57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CF7B-6A06-3425-3409-45D360F9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02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27849-BEFB-889B-D86F-58BF15136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7A2AF-117A-8243-3298-F176049A5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272E0-4B6A-3C40-0B5F-04ABA5B7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655A3-794C-4B33-B196-6A067BA72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34CBF-C231-F075-E46D-C8C245E0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11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719FC-99AF-6EFA-F0EA-C5B8B26A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2EC74-8E57-5AF8-A10F-E6229937A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3572-77DC-EDA5-E4C6-65917CB37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CFD4A-7403-4808-9015-13ABEF1B0BF9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34FCE-F897-DD4B-06E2-5D67F5C3E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88F3-FBA0-7227-B77D-F72499E29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DE68E-A55A-46CE-AEA3-51C0BFABBE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88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38E5-0FE8-D0A5-107A-EA812ECE1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Optimizers Research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F67F1-254B-1482-260E-C44EBF5400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6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65D26F-00F1-A50C-3557-ECFA3E02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dirty="0"/>
              <a:t>Trade-offs between different optimizers: SGD with momentum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74C0F-7558-0C2F-E439-5CA197451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AU" sz="1900"/>
              <a:t>SGD with momentum work by updating weights using a fixed learning rate and a momentum term that makes updates by accumulating past gradients</a:t>
            </a:r>
          </a:p>
          <a:p>
            <a:r>
              <a:rPr lang="en-AU" sz="1900"/>
              <a:t>Momentum helps to accelerate convergence along consistent gradient directions and reduce oscillations in noisy regions</a:t>
            </a:r>
          </a:p>
          <a:p>
            <a:r>
              <a:rPr lang="en-AU" sz="1900"/>
              <a:t>It’s slower initially but stable in the long run</a:t>
            </a:r>
          </a:p>
          <a:p>
            <a:r>
              <a:rPr lang="en-AU" sz="1900"/>
              <a:t>Usually better for generalization</a:t>
            </a:r>
          </a:p>
          <a:p>
            <a:r>
              <a:rPr lang="en-AU" sz="1900"/>
              <a:t>Fine-tuned SGD with momentum can outperform Adam</a:t>
            </a:r>
          </a:p>
          <a:p>
            <a:endParaRPr lang="en-AU" sz="1900"/>
          </a:p>
          <a:p>
            <a:endParaRPr lang="en-GB" sz="1900"/>
          </a:p>
        </p:txBody>
      </p:sp>
      <p:pic>
        <p:nvPicPr>
          <p:cNvPr id="1032" name="Picture 8" descr="Stochastic Gradient Descent with ...">
            <a:extLst>
              <a:ext uri="{FF2B5EF4-FFF2-40B4-BE49-F238E27FC236}">
                <a16:creationId xmlns:a16="http://schemas.microsoft.com/office/drawing/2014/main" id="{AD72261C-2CF9-57A8-156D-DA3336309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3316533"/>
            <a:ext cx="4788505" cy="149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78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8A3EF-C6E4-A694-70F3-F2F557387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AU" dirty="0"/>
              <a:t>Adam/RMSprop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68796-06CA-4C37-7066-A87F7103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AU" sz="2000"/>
              <a:t>It adjust the learning rate per parameter, based on past parameter’s magnitude</a:t>
            </a:r>
          </a:p>
          <a:p>
            <a:r>
              <a:rPr lang="en-AU" sz="2000"/>
              <a:t>It’s usually faster</a:t>
            </a:r>
          </a:p>
          <a:p>
            <a:r>
              <a:rPr lang="en-AU" sz="2000"/>
              <a:t>It often reaches low loss within few epochs</a:t>
            </a:r>
          </a:p>
          <a:p>
            <a:r>
              <a:rPr lang="en-AU" sz="2000"/>
              <a:t>Easier to tune and often works creatively</a:t>
            </a:r>
          </a:p>
          <a:p>
            <a:endParaRPr lang="en-AU" sz="2000"/>
          </a:p>
          <a:p>
            <a:endParaRPr lang="en-GB" sz="2000"/>
          </a:p>
        </p:txBody>
      </p:sp>
      <p:pic>
        <p:nvPicPr>
          <p:cNvPr id="2050" name="Picture 2" descr="Complete Guide to Adam Optimization ...">
            <a:extLst>
              <a:ext uri="{FF2B5EF4-FFF2-40B4-BE49-F238E27FC236}">
                <a16:creationId xmlns:a16="http://schemas.microsoft.com/office/drawing/2014/main" id="{39431E4A-63F3-ECDB-FF5A-22F904A51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3143531"/>
            <a:ext cx="4788505" cy="1838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8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B089-3359-3445-220C-2B2F40BC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Adam/RMSprop may converge faster?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85550-A392-6245-A16A-FC645A36F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Automatically scales learning rates by gradient magnitude, quickly adapts to different features.</a:t>
            </a:r>
          </a:p>
        </p:txBody>
      </p:sp>
    </p:spTree>
    <p:extLst>
      <p:ext uri="{BB962C8B-B14F-4D97-AF65-F5344CB8AC3E}">
        <p14:creationId xmlns:p14="http://schemas.microsoft.com/office/powerpoint/2010/main" val="347459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95F5-0542-80A8-E1ED-0BF63EEC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75E97-6F4C-EDBC-C91F-B2A3EA3B6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 would recommend SGD with momentum</a:t>
            </a:r>
          </a:p>
          <a:p>
            <a:r>
              <a:rPr lang="en-AU" dirty="0"/>
              <a:t>It may not be faster but more stable</a:t>
            </a:r>
          </a:p>
          <a:p>
            <a:r>
              <a:rPr lang="en-AU" dirty="0"/>
              <a:t>For large datasets it’s going to be more suitable</a:t>
            </a:r>
          </a:p>
          <a:p>
            <a:r>
              <a:rPr lang="en-AU" dirty="0"/>
              <a:t>As mentioned, if Fine-tuned, it’s going to outperform Adam/RMSprop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107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4DC0C86E38284F88DA49E076CF4172" ma:contentTypeVersion="11" ma:contentTypeDescription="Create a new document." ma:contentTypeScope="" ma:versionID="d7d25ece283599c66a3380ff2302e363">
  <xsd:schema xmlns:xsd="http://www.w3.org/2001/XMLSchema" xmlns:xs="http://www.w3.org/2001/XMLSchema" xmlns:p="http://schemas.microsoft.com/office/2006/metadata/properties" xmlns:ns2="348da3da-e53d-4b3c-bfc0-5fb048f7f8d1" xmlns:ns3="3c6069c4-e653-43da-9c2c-cdca9fc510bc" targetNamespace="http://schemas.microsoft.com/office/2006/metadata/properties" ma:root="true" ma:fieldsID="7db41fb025923b025d058fcd606e65a6" ns2:_="" ns3:_="">
    <xsd:import namespace="348da3da-e53d-4b3c-bfc0-5fb048f7f8d1"/>
    <xsd:import namespace="3c6069c4-e653-43da-9c2c-cdca9fc510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da3da-e53d-4b3c-bfc0-5fb048f7f8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39367a4-10b3-4c8d-97d8-f9cba8064e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6069c4-e653-43da-9c2c-cdca9fc510b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1d4d1eb-0b68-48f6-982f-596b6f6d4992}" ma:internalName="TaxCatchAll" ma:showField="CatchAllData" ma:web="3c6069c4-e653-43da-9c2c-cdca9fc510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c6069c4-e653-43da-9c2c-cdca9fc510bc" xsi:nil="true"/>
    <lcf76f155ced4ddcb4097134ff3c332f xmlns="348da3da-e53d-4b3c-bfc0-5fb048f7f8d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5499D1F-4FE9-40CD-AE1C-24C1C72A36B7}"/>
</file>

<file path=customXml/itemProps2.xml><?xml version="1.0" encoding="utf-8"?>
<ds:datastoreItem xmlns:ds="http://schemas.openxmlformats.org/officeDocument/2006/customXml" ds:itemID="{039E520A-BB06-4F7C-9378-A01F1E3EBE30}"/>
</file>

<file path=customXml/itemProps3.xml><?xml version="1.0" encoding="utf-8"?>
<ds:datastoreItem xmlns:ds="http://schemas.openxmlformats.org/officeDocument/2006/customXml" ds:itemID="{35414FF3-8DC4-4650-B82F-859A7DE800F3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161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Optimizers Research</vt:lpstr>
      <vt:lpstr>Trade-offs between different optimizers: SGD with momentum</vt:lpstr>
      <vt:lpstr>Adam/RMSprop</vt:lpstr>
      <vt:lpstr>Why Adam/RMSprop may converge faster?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Ahmed</dc:creator>
  <cp:lastModifiedBy>Mostafa Ahmed</cp:lastModifiedBy>
  <cp:revision>2</cp:revision>
  <dcterms:created xsi:type="dcterms:W3CDTF">2025-10-07T18:36:25Z</dcterms:created>
  <dcterms:modified xsi:type="dcterms:W3CDTF">2025-10-07T19:00:23Z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0x010100FA4DC0C86E38284F88DA49E076CF4172</vt:lpwstr>
  </property>
</Properties>
</file>